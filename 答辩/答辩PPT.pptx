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officeDocument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0000" y="450000"/>
            <a:ext cx="108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800">
                <a:latin typeface="Microsoft YaHei"/>
                <a:ea typeface="Microsoft YaHei"/>
              </a:rPr>
              <a:t>标题页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00000" y="1550000"/>
            <a:ext cx="10500000" cy="46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200">
                <a:latin typeface="Microsoft YaHei"/>
                <a:ea typeface="Microsoft YaHei"/>
              </a:rPr>
              <a:t>• 视频学习资源智能筛选系统</a:t>
            </a:r>
          </a:p>
          <a:p>
            <a:r>
              <a:rPr lang="zh-CN" sz="2200">
                <a:latin typeface="Microsoft YaHei"/>
                <a:ea typeface="Microsoft YaHei"/>
              </a:rPr>
              <a:t>• 引导案例：PCA 主成分分析学习资源筛选</a:t>
            </a:r>
          </a:p>
          <a:p>
            <a:r>
              <a:rPr lang="zh-CN" sz="2200">
                <a:latin typeface="Microsoft YaHei"/>
                <a:ea typeface="Microsoft YaHei"/>
              </a:rPr>
              <a:t>• 技术关键词：Python、B 站、YouTube、LLM、CSV/Markdown、Streamlit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0000" y="450000"/>
            <a:ext cx="108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800">
                <a:latin typeface="Microsoft YaHei"/>
                <a:ea typeface="Microsoft YaHei"/>
              </a:rPr>
              <a:t>项目背景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00000" y="1550000"/>
            <a:ext cx="10500000" cy="46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200">
                <a:latin typeface="Microsoft YaHei"/>
                <a:ea typeface="Microsoft YaHei"/>
              </a:rPr>
              <a:t>• 网络学习资源数量多，但质量参差不齐。</a:t>
            </a:r>
          </a:p>
          <a:p>
            <a:r>
              <a:rPr lang="zh-CN" sz="2200">
                <a:latin typeface="Microsoft YaHei"/>
                <a:ea typeface="Microsoft YaHei"/>
              </a:rPr>
              <a:t>• 教师备课时需要跨平台手动搜索和筛选视频，效率低。</a:t>
            </a:r>
          </a:p>
          <a:p>
            <a:r>
              <a:rPr lang="zh-CN" sz="2200">
                <a:latin typeface="Microsoft YaHei"/>
                <a:ea typeface="Microsoft YaHei"/>
              </a:rPr>
              <a:t>• 项目目标是把“学习资源筛选”变成可复用的工程流水线。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0000" y="450000"/>
            <a:ext cx="108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800">
                <a:latin typeface="Microsoft YaHei"/>
                <a:ea typeface="Microsoft YaHei"/>
              </a:rPr>
              <a:t>系统目标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00000" y="1550000"/>
            <a:ext cx="10500000" cy="46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200">
                <a:latin typeface="Microsoft YaHei"/>
                <a:ea typeface="Microsoft YaHei"/>
              </a:rPr>
              <a:t>• 输入任意学习主题。</a:t>
            </a:r>
          </a:p>
          <a:p>
            <a:r>
              <a:rPr lang="zh-CN" sz="2200">
                <a:latin typeface="Microsoft YaHei"/>
                <a:ea typeface="Microsoft YaHei"/>
              </a:rPr>
              <a:t>• 自动检索 B 站和 YouTube 候选视频。</a:t>
            </a:r>
          </a:p>
          <a:p>
            <a:r>
              <a:rPr lang="zh-CN" sz="2200">
                <a:latin typeface="Microsoft YaHei"/>
                <a:ea typeface="Microsoft YaHei"/>
              </a:rPr>
              <a:t>• 抓取元数据与字幕。</a:t>
            </a:r>
          </a:p>
          <a:p>
            <a:r>
              <a:rPr lang="zh-CN" sz="2200">
                <a:latin typeface="Microsoft YaHei"/>
                <a:ea typeface="Microsoft YaHei"/>
              </a:rPr>
              <a:t>• 调用 LLM 输出结构化教学价值评估。</a:t>
            </a:r>
          </a:p>
          <a:p>
            <a:r>
              <a:rPr lang="zh-CN" sz="2200">
                <a:latin typeface="Microsoft YaHei"/>
                <a:ea typeface="Microsoft YaHei"/>
              </a:rPr>
              <a:t>• 导出 CSV、JSON、Markdown 和运行日志。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0000" y="450000"/>
            <a:ext cx="108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800">
                <a:latin typeface="Microsoft YaHei"/>
                <a:ea typeface="Microsoft YaHei"/>
              </a:rPr>
              <a:t>系统架构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00000" y="1550000"/>
            <a:ext cx="10500000" cy="46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200">
                <a:latin typeface="Microsoft YaHei"/>
                <a:ea typeface="Microsoft YaHei"/>
              </a:rPr>
              <a:t>• `main.py`：命令行调度。</a:t>
            </a:r>
          </a:p>
          <a:p>
            <a:r>
              <a:rPr lang="zh-CN" sz="2200">
                <a:latin typeface="Microsoft YaHei"/>
                <a:ea typeface="Microsoft YaHei"/>
              </a:rPr>
              <a:t>• `search_bilibili.py` / `search_youtube.py`：平台检索。</a:t>
            </a:r>
          </a:p>
          <a:p>
            <a:r>
              <a:rPr lang="zh-CN" sz="2200">
                <a:latin typeface="Microsoft YaHei"/>
                <a:ea typeface="Microsoft YaHei"/>
              </a:rPr>
              <a:t>• `evaluate.py`：OpenAI 兼容接口评估。</a:t>
            </a:r>
          </a:p>
          <a:p>
            <a:r>
              <a:rPr lang="zh-CN" sz="2200">
                <a:latin typeface="Microsoft YaHei"/>
                <a:ea typeface="Microsoft YaHei"/>
              </a:rPr>
              <a:t>• `exporters.py`：多格式导出。</a:t>
            </a:r>
          </a:p>
          <a:p>
            <a:r>
              <a:rPr lang="zh-CN" sz="2200">
                <a:latin typeface="Microsoft YaHei"/>
                <a:ea typeface="Microsoft YaHei"/>
              </a:rPr>
              <a:t>• `cache_utils.py`：缓存层。</a:t>
            </a:r>
          </a:p>
          <a:p>
            <a:r>
              <a:rPr lang="zh-CN" sz="2200">
                <a:latin typeface="Microsoft YaHei"/>
                <a:ea typeface="Microsoft YaHei"/>
              </a:rPr>
              <a:t>• `app.py`：Streamlit UI。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0000" y="450000"/>
            <a:ext cx="108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800">
                <a:latin typeface="Microsoft YaHei"/>
                <a:ea typeface="Microsoft YaHei"/>
              </a:rPr>
              <a:t>核心数据字段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00000" y="1550000"/>
            <a:ext cx="10500000" cy="46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200">
                <a:latin typeface="Microsoft YaHei"/>
                <a:ea typeface="Microsoft YaHei"/>
              </a:rPr>
              <a:t>• 视频基础字段：platform、title、url、author、view、like、duration。</a:t>
            </a:r>
          </a:p>
          <a:p>
            <a:r>
              <a:rPr lang="zh-CN" sz="2200">
                <a:latin typeface="Microsoft YaHei"/>
                <a:ea typeface="Microsoft YaHei"/>
              </a:rPr>
              <a:t>• 字幕字段：has_subtitle、subtitle_text、subtitle_language、subtitle_source。</a:t>
            </a:r>
          </a:p>
          <a:p>
            <a:r>
              <a:rPr lang="zh-CN" sz="2200">
                <a:latin typeface="Microsoft YaHei"/>
                <a:ea typeface="Microsoft YaHei"/>
              </a:rPr>
              <a:t>• LLM 字段：relevance、depth、clarity、has_math、has_code、audience、recommend、reason。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0000" y="450000"/>
            <a:ext cx="108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800">
                <a:latin typeface="Microsoft YaHei"/>
                <a:ea typeface="Microsoft YaHei"/>
              </a:rPr>
              <a:t>LLM 评估设计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00000" y="1550000"/>
            <a:ext cx="10500000" cy="46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200">
                <a:latin typeface="Microsoft YaHei"/>
                <a:ea typeface="Microsoft YaHei"/>
              </a:rPr>
              <a:t>• 使用严格 JSON 输出，便于后续程序处理。</a:t>
            </a:r>
          </a:p>
          <a:p>
            <a:r>
              <a:rPr lang="zh-CN" sz="2200">
                <a:latin typeface="Microsoft YaHei"/>
                <a:ea typeface="Microsoft YaHei"/>
              </a:rPr>
              <a:t>• 通过 Pydantic 校验字段和取值范围。</a:t>
            </a:r>
          </a:p>
          <a:p>
            <a:r>
              <a:rPr lang="zh-CN" sz="2200">
                <a:latin typeface="Microsoft YaHei"/>
                <a:ea typeface="Microsoft YaHei"/>
              </a:rPr>
              <a:t>• 失败样本不阻断整批流程。</a:t>
            </a:r>
          </a:p>
          <a:p>
            <a:r>
              <a:rPr lang="zh-CN" sz="2200">
                <a:latin typeface="Microsoft YaHei"/>
                <a:ea typeface="Microsoft YaHei"/>
              </a:rPr>
              <a:t>• Prompt 经过无字幕和短视频场景迭代。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0000" y="450000"/>
            <a:ext cx="108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800">
                <a:latin typeface="Microsoft YaHei"/>
                <a:ea typeface="Microsoft YaHei"/>
              </a:rPr>
              <a:t>当前验收结果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00000" y="1550000"/>
            <a:ext cx="10500000" cy="46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200">
                <a:latin typeface="Microsoft YaHei"/>
                <a:ea typeface="Microsoft YaHei"/>
              </a:rPr>
              <a:t>• `pytest`：44 passed。</a:t>
            </a:r>
          </a:p>
          <a:p>
            <a:r>
              <a:rPr lang="zh-CN" sz="2200">
                <a:latin typeface="Microsoft YaHei"/>
                <a:ea typeface="Microsoft YaHei"/>
              </a:rPr>
              <a:t>• `ruff check .`：通过。</a:t>
            </a:r>
          </a:p>
          <a:p>
            <a:r>
              <a:rPr lang="zh-CN" sz="2200">
                <a:latin typeface="Microsoft YaHei"/>
                <a:ea typeface="Microsoft YaHei"/>
              </a:rPr>
              <a:t>• `black --check .`：通过。</a:t>
            </a:r>
          </a:p>
          <a:p>
            <a:r>
              <a:rPr lang="zh-CN" sz="2200">
                <a:latin typeface="Microsoft YaHei"/>
                <a:ea typeface="Microsoft YaHei"/>
              </a:rPr>
              <a:t>• 人工对照 10 条，一致率 80%，达到任务书 ≥70%。</a:t>
            </a:r>
          </a:p>
          <a:p>
            <a:r>
              <a:rPr lang="zh-CN" sz="2200">
                <a:latin typeface="Microsoft YaHei"/>
                <a:ea typeface="Microsoft YaHei"/>
              </a:rPr>
              <a:t>• B 站小样本和抖音参考数据流程均可导出 CSV/JSON/Markdown/log。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0000" y="450000"/>
            <a:ext cx="108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800">
                <a:latin typeface="Microsoft YaHei"/>
                <a:ea typeface="Microsoft YaHei"/>
              </a:rPr>
              <a:t>风险与解决思路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00000" y="1550000"/>
            <a:ext cx="10500000" cy="46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200">
                <a:latin typeface="Microsoft YaHei"/>
                <a:ea typeface="Microsoft YaHei"/>
              </a:rPr>
              <a:t>• B 站和 YouTube 字幕成功率受平台与网络环境影响。</a:t>
            </a:r>
          </a:p>
          <a:p>
            <a:r>
              <a:rPr lang="zh-CN" sz="2200">
                <a:latin typeface="Microsoft YaHei"/>
                <a:ea typeface="Microsoft YaHei"/>
              </a:rPr>
              <a:t>• YouTube transcript API 版本变化已修复并加测试。</a:t>
            </a:r>
          </a:p>
          <a:p>
            <a:r>
              <a:rPr lang="zh-CN" sz="2200">
                <a:latin typeface="Microsoft YaHei"/>
                <a:ea typeface="Microsoft YaHei"/>
              </a:rPr>
              <a:t>• ASR 兜底已实现基础逻辑，但仍需真实小样本验证。</a:t>
            </a:r>
          </a:p>
          <a:p>
            <a:r>
              <a:rPr lang="zh-CN" sz="2200">
                <a:latin typeface="Microsoft YaHei"/>
                <a:ea typeface="Microsoft YaHei"/>
              </a:rPr>
              <a:t>• 抖音抓取工程代价高，作为参考 JSON 接入主流程。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0000" y="450000"/>
            <a:ext cx="108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800">
                <a:latin typeface="Microsoft YaHei"/>
                <a:ea typeface="Microsoft YaHei"/>
              </a:rPr>
              <a:t>演示流程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00000" y="1550000"/>
            <a:ext cx="10500000" cy="46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200">
                <a:latin typeface="Microsoft YaHei"/>
                <a:ea typeface="Microsoft YaHei"/>
              </a:rPr>
              <a:t>• 运行测试和静态检查。</a:t>
            </a:r>
          </a:p>
          <a:p>
            <a:r>
              <a:rPr lang="zh-CN" sz="2200">
                <a:latin typeface="Microsoft YaHei"/>
                <a:ea typeface="Microsoft YaHei"/>
              </a:rPr>
              <a:t>• 运行 B 站小样本。</a:t>
            </a:r>
          </a:p>
          <a:p>
            <a:r>
              <a:rPr lang="zh-CN" sz="2200">
                <a:latin typeface="Microsoft YaHei"/>
                <a:ea typeface="Microsoft YaHei"/>
              </a:rPr>
              <a:t>• 展示 Markdown 推荐清单。</a:t>
            </a:r>
          </a:p>
          <a:p>
            <a:r>
              <a:rPr lang="zh-CN" sz="2200">
                <a:latin typeface="Microsoft YaHei"/>
                <a:ea typeface="Microsoft YaHei"/>
              </a:rPr>
              <a:t>• 运行抖音参考数据流程。</a:t>
            </a:r>
          </a:p>
          <a:p>
            <a:r>
              <a:rPr lang="zh-CN" sz="2200">
                <a:latin typeface="Microsoft YaHei"/>
                <a:ea typeface="Microsoft YaHei"/>
              </a:rPr>
              <a:t>• 启动 Streamlit UI。</a:t>
            </a:r>
          </a:p>
          <a:p>
            <a:r>
              <a:rPr lang="zh-CN" sz="2200">
                <a:latin typeface="Microsoft YaHei"/>
                <a:ea typeface="Microsoft YaHei"/>
              </a:rPr>
              <a:t>• 如已配置 `.env`，演示 B 站 + YouTube 完整流程。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0000" y="450000"/>
            <a:ext cx="108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800"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00000" y="1550000"/>
            <a:ext cx="10500000" cy="46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200">
                <a:latin typeface="Microsoft YaHei"/>
                <a:ea typeface="Microsoft YaHei"/>
              </a:rPr>
              <a:t>• 项目完成了从检索、抓取、评估到导出的完整工程链路。</a:t>
            </a:r>
          </a:p>
          <a:p>
            <a:r>
              <a:rPr lang="zh-CN" sz="2200">
                <a:latin typeface="Microsoft YaHei"/>
                <a:ea typeface="Microsoft YaHei"/>
              </a:rPr>
              <a:t>• 最大难点是外部平台的不稳定性和字幕覆盖率。</a:t>
            </a:r>
          </a:p>
          <a:p>
            <a:r>
              <a:rPr lang="zh-CN" sz="2200">
                <a:latin typeface="Microsoft YaHei"/>
                <a:ea typeface="Microsoft YaHei"/>
              </a:rPr>
              <a:t>• 后续可继续加强 ASR、UI、定时批处理和更多课程主题适配。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宽屏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视频学习资源智能筛选系统答辩</dc:title>
  <dc:creator>视频学习资源智能筛选系统项目组</dc:creator>
  <cp:lastModifiedBy>Codex</cp:lastModifiedBy>
</cp:coreProperties>
</file>